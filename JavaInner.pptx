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383" r:id="rId6"/>
    <p:sldId id="391" r:id="rId7"/>
    <p:sldId id="411" r:id="rId8"/>
    <p:sldId id="412" r:id="rId9"/>
    <p:sldId id="408" r:id="rId10"/>
    <p:sldId id="413" r:id="rId11"/>
    <p:sldId id="414" r:id="rId12"/>
    <p:sldId id="415" r:id="rId13"/>
    <p:sldId id="416" r:id="rId14"/>
    <p:sldId id="417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98" autoAdjust="0"/>
    <p:restoredTop sz="96327" autoAdjust="0"/>
  </p:normalViewPr>
  <p:slideViewPr>
    <p:cSldViewPr snapToGrid="0">
      <p:cViewPr varScale="1">
        <p:scale>
          <a:sx n="74" d="100"/>
          <a:sy n="74" d="100"/>
        </p:scale>
        <p:origin x="48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3/22/2025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xmlns="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C26C18C3-ED25-DD4B-BA72-24932D54DE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xmlns="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xmlns="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xmlns="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9706A2-3726-FE4E-B923-E75D485978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806C6F65-35CD-D64B-992A-0C1C1E0038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xmlns="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xmlns="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xmlns="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xmlns="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xmlns="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xmlns="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xmlns="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xmlns="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979826C1-7A52-DA25-F422-EE62DED7D1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xmlns="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9169ED6-4B82-6844-119F-AC15CDF2D3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C57F1500-1A16-D1EF-4F0C-030852B291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2D07A0BE-3890-193E-9439-F294E61A71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xmlns="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xmlns="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xmlns="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xmlns="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xmlns="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C26C18C3-ED25-DD4B-BA72-24932D54DE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xmlns="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xmlns="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xmlns="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A69706A2-3726-FE4E-B923-E75D485978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xmlns="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C97D5AF2-684A-4A8D-3D82-B57D7AC446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xmlns="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xmlns="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xmlns="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xmlns="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xmlns="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42E558A9-6DD6-E21D-3A8F-6707E1DD19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xmlns="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xmlns="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xmlns="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xmlns="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xmlns="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xmlns="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xmlns="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xmlns="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CF555767-B3D8-BD57-1D42-7F6E1E6689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xmlns="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xmlns="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xmlns="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xmlns="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C97D5AF2-684A-4A8D-3D82-B57D7AC446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xmlns="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xmlns="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xmlns="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xmlns="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xmlns="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xmlns="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C26C18C3-ED25-DD4B-BA72-24932D54DE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xmlns="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xmlns="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xmlns="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xmlns="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58B149C6-5AAC-B8E5-5411-EA38821F67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xmlns="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xmlns="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xmlns="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1093" y="1712245"/>
            <a:ext cx="7496247" cy="3291840"/>
          </a:xfrm>
        </p:spPr>
        <p:txBody>
          <a:bodyPr/>
          <a:lstStyle/>
          <a:p>
            <a:pPr algn="r"/>
            <a:r>
              <a:rPr lang="en-US" dirty="0" smtClean="0"/>
              <a:t>Java Concepts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b="0" dirty="0" smtClean="0"/>
              <a:t>Alli B</a:t>
            </a:r>
            <a:br>
              <a:rPr lang="en-US" sz="1400" b="0" dirty="0" smtClean="0"/>
            </a:br>
            <a:r>
              <a:rPr lang="en-US" sz="1400" b="0" dirty="0" err="1" smtClean="0"/>
              <a:t>EmpID</a:t>
            </a:r>
            <a:r>
              <a:rPr lang="en-US" sz="1400" b="0" dirty="0" smtClean="0"/>
              <a:t>: 348850</a:t>
            </a:r>
            <a:br>
              <a:rPr lang="en-US" sz="1400" b="0" dirty="0" smtClean="0"/>
            </a:br>
            <a:endParaRPr 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 smtClean="0"/>
              <a:t>Abstract Keyword</a:t>
            </a:r>
            <a:endParaRPr lang="en-US" dirty="0"/>
          </a:p>
          <a:p>
            <a:r>
              <a:rPr lang="en-US" dirty="0" smtClean="0"/>
              <a:t>Inner Class</a:t>
            </a:r>
            <a:endParaRPr lang="en-US" dirty="0"/>
          </a:p>
          <a:p>
            <a:r>
              <a:rPr lang="en-US" dirty="0" smtClean="0"/>
              <a:t>Anonymous Inner class</a:t>
            </a:r>
            <a:endParaRPr lang="en-US" dirty="0"/>
          </a:p>
          <a:p>
            <a:r>
              <a:rPr lang="en-US" dirty="0" smtClean="0"/>
              <a:t>Abstract and Anonymous Inner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 smtClean="0"/>
              <a:t>Abstract Keyword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177" y="2413254"/>
            <a:ext cx="11597640" cy="3700462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</a:rPr>
              <a:t>The </a:t>
            </a:r>
            <a:r>
              <a:rPr lang="en-US" b="1" dirty="0">
                <a:latin typeface="Arial Unicode MS" panose="020B0604020202020204" pitchFamily="34" charset="-128"/>
              </a:rPr>
              <a:t>abstract</a:t>
            </a:r>
            <a:r>
              <a:rPr lang="en-US" b="1" dirty="0"/>
              <a:t> keyword in Java is used to define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abstract classes and abstract methods</a:t>
            </a:r>
            <a:r>
              <a:rPr lang="en-US" b="1" dirty="0">
                <a:latin typeface="Arial" panose="020B0604020202020204" pitchFamily="34" charset="0"/>
              </a:rPr>
              <a:t>. It is a way to enforce a structure in subclasses while allowing flexibility in implementation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C78CEA4F-D72A-C069-6A51-328B103CA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xmlns="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xmlns="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xmlns="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41872"/>
          <a:stretch/>
        </p:blipFill>
        <p:spPr>
          <a:xfrm>
            <a:off x="3828842" y="3530835"/>
            <a:ext cx="4143241" cy="197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030155"/>
            <a:ext cx="10873740" cy="1680205"/>
          </a:xfrm>
        </p:spPr>
        <p:txBody>
          <a:bodyPr/>
          <a:lstStyle/>
          <a:p>
            <a:r>
              <a:rPr lang="en-US" sz="2000" dirty="0" smtClean="0">
                <a:solidFill>
                  <a:srgbClr val="0070C0"/>
                </a:solidFill>
              </a:rPr>
              <a:t>Abstract Class</a:t>
            </a:r>
            <a:r>
              <a:rPr lang="en-US" sz="2000" dirty="0">
                <a:solidFill>
                  <a:srgbClr val="0070C0"/>
                </a:solidFill>
              </a:rPr>
              <a:t/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An abstract class is a class that cannot be instantiated. It can have abstract methods (methods without a body) and concrete methods (methods with a body).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3876542" y="2087914"/>
            <a:ext cx="68515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 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Animal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abstract void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makeSound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// Abstract method (no body)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void sleep() { // Concrete method (has a body)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("Animal is sleeping...");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Dog extends Animal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void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makeSound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{ // Implementing the abstract method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("Dog barks");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class Main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public static void main(String[]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// Animal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Animal(); // Not allowed (abstract class cannot be instantiated)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Animal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myDog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Dog(); 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myDog.makeSound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// Calls the implemented method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myDog.sleep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// Calls the inherited method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16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482" y="1545310"/>
            <a:ext cx="10873740" cy="1680205"/>
          </a:xfrm>
        </p:spPr>
        <p:txBody>
          <a:bodyPr/>
          <a:lstStyle/>
          <a:p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Abstract Method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cs typeface="Arial" panose="020B0604020202020204" pitchFamily="34" charset="0"/>
              </a:rPr>
              <a:t>An abstract method is a method without a body. It must be overridden in a subclass. If a class has at least one abstract method, it must be declared as an abstract class.</a:t>
            </a:r>
            <a:br>
              <a:rPr lang="en-US" sz="2000" dirty="0"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3915178" y="2293976"/>
            <a:ext cx="685156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Abstract class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 class Animal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// Abstract method (must be implemented by subclasses)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abstract void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makeSound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Subclass Dog implementing the abstract method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Dog extends Animal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void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makeSound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("Dog barks");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Main class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class Main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public static void main(String[]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Animal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myDog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Dog(); // Upcasting (Dog → Animal)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myDog.makeSound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// Calls Dog's overridden method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52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723" y="497070"/>
            <a:ext cx="9778365" cy="1494596"/>
          </a:xfrm>
        </p:spPr>
        <p:txBody>
          <a:bodyPr/>
          <a:lstStyle/>
          <a:p>
            <a:r>
              <a:rPr lang="en-US" dirty="0" smtClean="0"/>
              <a:t>Inner Class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20256" y="2318197"/>
            <a:ext cx="969421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 class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class that is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declared inside another class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It is used to logically group classes together and improve encapsulation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 Classes in Java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── 1. Member Inner Class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(Regular class inside another class)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── 2. Static Nested Class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(Static class inside another class)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── 3. Local Inner Class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(Inside a method or block)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─ 4. Anonymous Inner Class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(Class without a name, used for overriding methods)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965" y="566516"/>
            <a:ext cx="10873740" cy="1680205"/>
          </a:xfrm>
        </p:spPr>
        <p:txBody>
          <a:bodyPr/>
          <a:lstStyle/>
          <a:p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Member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Inner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Class</a:t>
            </a:r>
            <a:b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member inner class is a non-static class inside another class. It can access private members of the outer class.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40936" y="2551554"/>
            <a:ext cx="685156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Outer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private String message = "Hello from Outer class!";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// Member inner class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class Inner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void display()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(message); // Accessing outer class member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class </a:t>
            </a: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public static void main(String[]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Outer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Outer(); // Creating Outer class object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Outer.Inner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inner =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outer.new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Inner(); // Creating Inner class object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inner.display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// Calling inner class method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82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602" y="205907"/>
            <a:ext cx="10873740" cy="1680205"/>
          </a:xfrm>
        </p:spPr>
        <p:txBody>
          <a:bodyPr/>
          <a:lstStyle/>
          <a:p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Static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Nested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Class</a:t>
            </a:r>
            <a:b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static nested class is declared as static inside another class. Since it's static, it cannot access non-static members of the outer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0936" y="2551554"/>
            <a:ext cx="685156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Outer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static String message = "Hello from Static Nested Class";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// Static nested class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static class Inner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void display()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(message); // Accessing static member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class Main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public static void main(String[]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Outer.Inner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inner = new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Outer.Inner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// No need for an Outer instance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inner.display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59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602" y="205907"/>
            <a:ext cx="10873740" cy="1680205"/>
          </a:xfrm>
        </p:spPr>
        <p:txBody>
          <a:bodyPr/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Local Inner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Class</a:t>
            </a:r>
            <a:b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local inner class is defined inside a method and is accessible only within that method.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0936" y="2551554"/>
            <a:ext cx="6851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Outer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void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outerMethod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// Local inner class inside a method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class Inner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void display()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("Local Inner Class Method");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Inner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Inner(); // Creating object inside the method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inner.display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class </a:t>
            </a: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public static void main(String[]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Outer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Outer();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outer.outerMethod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// Calls the method containing the local inner class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12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602" y="205907"/>
            <a:ext cx="10873740" cy="1680205"/>
          </a:xfrm>
        </p:spPr>
        <p:txBody>
          <a:bodyPr/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Anonymous Inner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Class</a:t>
            </a:r>
            <a:b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</a:br>
            <a:r>
              <a:rPr lang="en-US" sz="2400" dirty="0">
                <a:latin typeface="+mn-lt"/>
              </a:rPr>
              <a:t/>
            </a:r>
            <a:br>
              <a:rPr lang="en-US" sz="2400" dirty="0">
                <a:latin typeface="+mn-lt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class without a name, used for overriding methods inline.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0936" y="2551554"/>
            <a:ext cx="685156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 class Animal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abstract void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makeSound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</a:t>
            </a: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Main 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public static void main(String[]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Animal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myAnimal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Animal() { // Anonymous Inner Class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void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makeSound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("Anonymous Inner Class: Animal makes sound");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};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myAnimal.makeSound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71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118" y="270302"/>
            <a:ext cx="10873740" cy="1680205"/>
          </a:xfrm>
        </p:spPr>
        <p:txBody>
          <a:bodyPr/>
          <a:lstStyle/>
          <a:p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Abstract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Inner </a:t>
            </a:r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  <a:t>Class</a:t>
            </a:r>
            <a:br>
              <a:rPr lang="en-US" sz="2400" dirty="0" smtClean="0">
                <a:solidFill>
                  <a:schemeClr val="accent1">
                    <a:lumMod val="50000"/>
                  </a:schemeClr>
                </a:solidFill>
                <a:latin typeface="+mn-lt"/>
              </a:rPr>
            </a:b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/>
            </a:r>
            <a:br>
              <a:rPr lang="en-US" sz="2400" dirty="0">
                <a:solidFill>
                  <a:schemeClr val="accent1">
                    <a:lumMod val="50000"/>
                  </a:schemeClr>
                </a:solidFill>
                <a:latin typeface="+mn-lt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abstract inner class is an abstract class defined inside another class. Since it is abstract, it cannot be instantiated directly and must be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subclassed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40936" y="2087915"/>
            <a:ext cx="68515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Outer {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abstract class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AbstractInner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 // Abstract Inner Class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abstract void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abstractMethod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// Abstract method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void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concreteMethod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{ // Concrete method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("Concrete method in Abstract Inner Class");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// Concrete subclass of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AbstractInner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class Inner extends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AbstractInner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void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abstractMethod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{ // Implementing abstract method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("Implemented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abstractMethod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Inner class");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class </a:t>
            </a:r>
            <a:r>
              <a:rPr lang="en-US" sz="12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public static void main(String[]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Outer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Outer();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Outer.AbstractInner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inner =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outer.new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Inner(); // Creating instance of subclass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inner.abstractMethod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// Calls implemented method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inner.concreteMethod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 // Calls concrete method from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AbstractInner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490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16c05727-aa75-4e4a-9b5f-8a80a1165891"/>
    <ds:schemaRef ds:uri="http://purl.org/dc/terms/"/>
    <ds:schemaRef ds:uri="http://purl.org/dc/elements/1.1/"/>
    <ds:schemaRef ds:uri="http://schemas.microsoft.com/office/infopath/2007/PartnerControls"/>
    <ds:schemaRef ds:uri="http://schemas.microsoft.com/sharepoint/v3"/>
    <ds:schemaRef ds:uri="230e9df3-be65-4c73-a93b-d1236ebd677e"/>
    <ds:schemaRef ds:uri="71af3243-3dd4-4a8d-8c0d-dd76da1f02a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830</Words>
  <Application>Microsoft Office PowerPoint</Application>
  <PresentationFormat>Widescreen</PresentationFormat>
  <Paragraphs>164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Unicode MS</vt:lpstr>
      <vt:lpstr>Arial</vt:lpstr>
      <vt:lpstr>Calibri</vt:lpstr>
      <vt:lpstr>Franklin Gothic Book</vt:lpstr>
      <vt:lpstr>Franklin Gothic Demi</vt:lpstr>
      <vt:lpstr>Custom</vt:lpstr>
      <vt:lpstr>Java Concepts  Alli B EmpID: 348850 </vt:lpstr>
      <vt:lpstr>Agenda</vt:lpstr>
      <vt:lpstr>Abstract Keyword</vt:lpstr>
      <vt:lpstr>Abstract Class  An abstract class is a class that cannot be instantiated. It can have abstract methods (methods without a body) and concrete methods (methods with a body).   </vt:lpstr>
      <vt:lpstr>Abstract Method  An abstract method is a method without a body. It must be overridden in a subclass. If a class has at least one abstract method, it must be declared as an abstract class.     </vt:lpstr>
      <vt:lpstr>Inner Class</vt:lpstr>
      <vt:lpstr>Member Inner Class  A member inner class is a non-static class inside another class. It can access private members of the outer class. </vt:lpstr>
      <vt:lpstr>Static Nested Class  A static nested class is declared as static inside another class. Since it's static, it cannot access non-static members of the outer class.</vt:lpstr>
      <vt:lpstr>Local Inner Class  A local inner class is defined inside a method and is accessible only within that method.</vt:lpstr>
      <vt:lpstr>Anonymous Inner Class  A class without a name, used for overriding methods inline.</vt:lpstr>
      <vt:lpstr>Abstract Inner Class  An abstract inner class is an abstract class defined inside another class. Since it is abstract, it cannot be instantiated directly and must be subclassed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2025-03-23T10:15:08Z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